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31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4627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affidavitsupport.net/professional-access" TargetMode="External"/><Relationship Id="rId5" Type="http://schemas.openxmlformats.org/officeDocument/2006/relationships/hyperlink" Target="mailto:pilot@affidavitsupport.net?subject=ASN%20pilot%20workflow%20for%20relationship%20support%20statements" TargetMode="Externa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E6F0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02920" y="438912"/>
            <a:ext cx="640080" cy="27432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1D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Marriage support letters often start messy.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10972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Scattered drafts, copied language, vague claims, unclear personal knowledge.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1737360"/>
            <a:ext cx="2148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4E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77240" y="1847088"/>
            <a:ext cx="320040" cy="54864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95528" y="199339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from client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95528" y="2359152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 formats · late arrival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63240" y="1737360"/>
            <a:ext cx="2148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4E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154680" y="1847088"/>
            <a:ext cx="320040" cy="54864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172968" y="199339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Copied template language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72968" y="2359152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Generic character letter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40680" y="1737360"/>
            <a:ext cx="2148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7D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532120" y="1847088"/>
            <a:ext cx="320040" cy="54864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550408" y="199339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Vague relationship claim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50408" y="2359152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personal knowledge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818120" y="1737360"/>
            <a:ext cx="2148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4E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909560" y="1847088"/>
            <a:ext cx="320040" cy="54864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927848" y="199339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Unclear authorship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927848" y="2359152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wrote what?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195560" y="2057400"/>
            <a:ext cx="1508760" cy="960120"/>
          </a:xfrm>
          <a:prstGeom prst="roundRect">
            <a:avLst/>
          </a:prstGeom>
          <a:solidFill>
            <a:srgbClr val="E6F0FA"/>
          </a:solidFill>
          <a:ln w="12700">
            <a:solidFill>
              <a:srgbClr val="4D7D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241280" y="2240280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Case file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fragments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E6F0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02920" y="438912"/>
            <a:ext cx="640080" cy="27432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1D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ASN gives each person clear instructions.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10972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firm sets the matter frame; the applicant and witnesses see what to do next.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1664208"/>
            <a:ext cx="3520440" cy="3703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B1D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11480" cy="27432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92024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D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Firm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2450592"/>
            <a:ext cx="91440" cy="91440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50392" y="2377440"/>
            <a:ext cx="30449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 matter frame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19272"/>
            <a:ext cx="91440" cy="91440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50392" y="3246120"/>
            <a:ext cx="30449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signing path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5800" y="4187952"/>
            <a:ext cx="91440" cy="91440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50392" y="4114800"/>
            <a:ext cx="30449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before signing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43400" y="1664208"/>
            <a:ext cx="3520440" cy="3703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D7D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480560" y="1828800"/>
            <a:ext cx="411480" cy="27432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480560" y="192024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D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Applicant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26280" y="2450592"/>
            <a:ext cx="91440" cy="91440"/>
          </a:xfrm>
          <a:prstGeom prst="ellipse">
            <a:avLst/>
          </a:prstGeom>
          <a:solidFill>
            <a:srgbClr val="4D7D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690872" y="2377440"/>
            <a:ext cx="30449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witnesses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526280" y="3319272"/>
            <a:ext cx="91440" cy="91440"/>
          </a:xfrm>
          <a:prstGeom prst="ellipse">
            <a:avLst/>
          </a:prstGeom>
          <a:solidFill>
            <a:srgbClr val="4D7D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690872" y="3246120"/>
            <a:ext cx="30449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contact details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526280" y="4187952"/>
            <a:ext cx="91440" cy="91440"/>
          </a:xfrm>
          <a:prstGeom prst="ellipse">
            <a:avLst/>
          </a:prstGeom>
          <a:solidFill>
            <a:srgbClr val="4D7D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690872" y="4114800"/>
            <a:ext cx="30449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status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83880" y="1664208"/>
            <a:ext cx="3520440" cy="3703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8321040" y="1828800"/>
            <a:ext cx="411480" cy="27432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321040" y="192024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D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Witness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366760" y="2450592"/>
            <a:ext cx="91440" cy="91440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531352" y="2377440"/>
            <a:ext cx="30449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observations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366760" y="3319272"/>
            <a:ext cx="91440" cy="91440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531352" y="3246120"/>
            <a:ext cx="30449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Avoid conclusions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8366760" y="4187952"/>
            <a:ext cx="91440" cy="91440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531352" y="4114800"/>
            <a:ext cx="30449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next steps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02920" y="5532120"/>
            <a:ext cx="11201400" cy="420624"/>
          </a:xfrm>
          <a:prstGeom prst="roundRect">
            <a:avLst/>
          </a:prstGeom>
          <a:solidFill>
            <a:srgbClr val="E6F0FA"/>
          </a:solidFill>
          <a:ln w="15875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40080" y="5623560"/>
            <a:ext cx="10927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roles before the statement is drafted.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E6F0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02920" y="438912"/>
            <a:ext cx="640080" cy="27432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1D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Witnesses answer from personal knowledge.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10972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Witnesses are guided on what to write about and what not to claim.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6344" y="1627632"/>
            <a:ext cx="11228832" cy="4416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7D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C:\Users\lukoe\Downloads\asn-reports\artifacts\bfm-video-v54-2026-06-10-0909\_crops\03-three-question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55220" y="1812471"/>
            <a:ext cx="10322577" cy="401903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609305" y="5484035"/>
            <a:ext cx="5303520" cy="420624"/>
          </a:xfrm>
          <a:prstGeom prst="roundRect">
            <a:avLst/>
          </a:prstGeom>
          <a:solidFill>
            <a:srgbClr val="E6F0FA"/>
          </a:solidFill>
          <a:ln w="15875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396342" y="5596128"/>
            <a:ext cx="3298371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 observations, not legal conclusions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65760" y="6473952"/>
            <a:ext cx="11430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workflow · Not legal advice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E6F0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02920" y="438912"/>
            <a:ext cx="640080" cy="27432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1D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Each witness keeps a separate statement.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10972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firm can compare what each person actually observed.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97280" y="1828800"/>
            <a:ext cx="99669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D7D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508760" y="2148840"/>
            <a:ext cx="685800" cy="27432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508760" y="2331720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1D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PERSONAL OBSERVATIONS OF THE RELATIONSHIP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828800" y="3246120"/>
            <a:ext cx="8503920" cy="530352"/>
          </a:xfrm>
          <a:prstGeom prst="roundRect">
            <a:avLst/>
          </a:prstGeom>
          <a:solidFill>
            <a:srgbClr val="E6F0FA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148840" y="3374136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Witness-authored facts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828800" y="3904488"/>
            <a:ext cx="8503920" cy="530352"/>
          </a:xfrm>
          <a:prstGeom prst="roundRect">
            <a:avLst/>
          </a:prstGeom>
          <a:solidFill>
            <a:srgbClr val="E6F0FA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148840" y="403250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Separate witness statement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828800" y="4562856"/>
            <a:ext cx="8503920" cy="530352"/>
          </a:xfrm>
          <a:prstGeom prst="roundRect">
            <a:avLst/>
          </a:prstGeom>
          <a:solidFill>
            <a:srgbClr val="E6F0FA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148840" y="469087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Firm compares observations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E6F0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02920" y="438912"/>
            <a:ext cx="640080" cy="27432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1D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Attorney judgment stays at the center.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10972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Review, request revision, approve when ready — firm-controlled.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1719072"/>
            <a:ext cx="7635240" cy="43159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D7D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77240" y="1993392"/>
            <a:ext cx="502920" cy="27432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084832"/>
            <a:ext cx="7086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B1D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Attorney review queue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77240" y="2423160"/>
            <a:ext cx="7086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· two witness statements · same case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2788920"/>
            <a:ext cx="7086600" cy="804672"/>
          </a:xfrm>
          <a:prstGeom prst="roundRect">
            <a:avLst/>
          </a:prstGeom>
          <a:solidFill>
            <a:srgbClr val="E6F0FA"/>
          </a:solidFill>
          <a:ln w="12700">
            <a:solidFill>
              <a:srgbClr val="4D7D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60120" y="289864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Clara Johnson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317296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Relationship statement · Needs review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37960" y="3044952"/>
            <a:ext cx="868680" cy="310896"/>
          </a:xfrm>
          <a:prstGeom prst="roundRect">
            <a:avLst/>
          </a:prstGeom>
          <a:solidFill>
            <a:srgbClr val="4D7D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537960" y="310896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Pending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77240" y="3749040"/>
            <a:ext cx="7086600" cy="804672"/>
          </a:xfrm>
          <a:prstGeom prst="roundRect">
            <a:avLst/>
          </a:prstGeom>
          <a:solidFill>
            <a:srgbClr val="E6F0FA"/>
          </a:solidFill>
          <a:ln w="12700">
            <a:solidFill>
              <a:srgbClr val="4D7D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60120" y="38587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Michael Turner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0120" y="413308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Relationship statement · Needs review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37960" y="4005072"/>
            <a:ext cx="868680" cy="310896"/>
          </a:xfrm>
          <a:prstGeom prst="roundRect">
            <a:avLst/>
          </a:prstGeom>
          <a:solidFill>
            <a:srgbClr val="4D7D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537960" y="406908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Pending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77240" y="4892040"/>
            <a:ext cx="868680" cy="310896"/>
          </a:xfrm>
          <a:prstGeom prst="roundRect">
            <a:avLst/>
          </a:prstGeom>
          <a:solidFill>
            <a:srgbClr val="4D7D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956048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737360" y="4892040"/>
            <a:ext cx="1325880" cy="310896"/>
          </a:xfrm>
          <a:prstGeom prst="roundRect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737360" y="4956048"/>
            <a:ext cx="1325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Request revision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154680" y="4892040"/>
            <a:ext cx="868680" cy="310896"/>
          </a:xfrm>
          <a:prstGeom prst="round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154680" y="4956048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114800" y="4892040"/>
            <a:ext cx="868680" cy="310896"/>
          </a:xfrm>
          <a:prstGeom prst="roundRect">
            <a:avLst/>
          </a:prstGeom>
          <a:solidFill>
            <a:srgbClr val="E6F0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114800" y="4956048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D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Timeline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366760" y="1719072"/>
            <a:ext cx="3337560" cy="4315968"/>
          </a:xfrm>
          <a:prstGeom prst="roundRect">
            <a:avLst/>
          </a:prstGeom>
          <a:solidFill>
            <a:srgbClr val="E6F0FA"/>
          </a:solidFill>
          <a:ln w="15875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503920" y="292608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B1D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Witness supplies facts.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503920" y="397764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Firm reviews readiness.</a:t>
            </a:r>
          </a:p>
          <a:p>
            <a:pPr marL="0" indent="0" algn="ctr">
              <a:buNone/>
            </a:pPr>
            <a:r>
              <a:rPr lang="en-US" sz="1200" b="1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Attorney judgment stays with the firm.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503920" y="4617720"/>
            <a:ext cx="3063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auto-approval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E6F0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02920" y="438912"/>
            <a:ext cx="640080" cy="27432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B1D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firm keeps the review trail.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10972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submitted, what changed, and why the statement moved forward.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1627632"/>
            <a:ext cx="10835640" cy="43159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D7D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005840" y="1828800"/>
            <a:ext cx="594360" cy="27432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5840" y="1975104"/>
            <a:ext cx="10058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D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Relationship statement review record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005840" y="2496312"/>
            <a:ext cx="10195560" cy="749808"/>
          </a:xfrm>
          <a:prstGeom prst="roundRect">
            <a:avLst/>
          </a:prstGeom>
          <a:solidFill>
            <a:srgbClr val="E6F0FA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88720" y="258775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Witness input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2862072"/>
            <a:ext cx="9829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Submitted by the witness  ·  Personal observations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05840" y="3410712"/>
            <a:ext cx="10195560" cy="749808"/>
          </a:xfrm>
          <a:prstGeom prst="roundRect">
            <a:avLst/>
          </a:prstGeom>
          <a:solidFill>
            <a:srgbClr val="E6F0FA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188720" y="350215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B1D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Revision trail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88720" y="3776472"/>
            <a:ext cx="9829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Timeline / revision / review record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05840" y="4325112"/>
            <a:ext cx="10195560" cy="749808"/>
          </a:xfrm>
          <a:prstGeom prst="roundRect">
            <a:avLst/>
          </a:prstGeom>
          <a:solidFill>
            <a:srgbClr val="E6F0FA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188720" y="441655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Attorney review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88720" y="4690872"/>
            <a:ext cx="9829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covers  ·  Author control  ·  Review readiness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05840" y="5376672"/>
            <a:ext cx="10195560" cy="384048"/>
          </a:xfrm>
          <a:prstGeom prst="roundRect">
            <a:avLst/>
          </a:prstGeom>
          <a:solidFill>
            <a:srgbClr val="FAFBFD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143000" y="5468112"/>
            <a:ext cx="9921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record before signing — not an outcome guarantee.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lukoe\asn-deploy-stabilize\public\brand\backgrounds\asn-background-desktop-16x9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BFD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C:\Users\lukoe\asn-deploy-stabilize\public\brand\logos\asn-logo-horizontal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2920" y="384048"/>
            <a:ext cx="1965960" cy="530352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02920" y="1051560"/>
            <a:ext cx="868680" cy="27432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/>
          <p:nvPr/>
        </p:nvSpPr>
        <p:spPr>
          <a:xfrm>
            <a:off x="502920" y="1234440"/>
            <a:ext cx="6400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>
                <a:solidFill>
                  <a:srgbClr val="0B1D3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 cleaner path before signing.</a:t>
            </a:r>
            <a:endParaRPr lang="en-US" sz="3400" dirty="0"/>
          </a:p>
        </p:txBody>
      </p:sp>
      <p:sp>
        <p:nvSpPr>
          <p:cNvPr id="7" name="Text 3"/>
          <p:cNvSpPr/>
          <p:nvPr/>
        </p:nvSpPr>
        <p:spPr>
          <a:xfrm>
            <a:off x="502920" y="2331720"/>
            <a:ext cx="6263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>
                <a:solidFill>
                  <a:srgbClr val="334E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Guide applicants and witnesses. Keep statements separate. Review the package before signing.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365760" y="6473952"/>
            <a:ext cx="11430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workflow · Not legal advice</a:t>
            </a:r>
            <a:endParaRPr lang="en-US" sz="700" dirty="0"/>
          </a:p>
        </p:txBody>
      </p:sp>
      <p:sp>
        <p:nvSpPr>
          <p:cNvPr id="13" name="Rectangle: Rounded Corners 12">
            <a:hlinkClick r:id="rId5"/>
            <a:extLst>
              <a:ext uri="{FF2B5EF4-FFF2-40B4-BE49-F238E27FC236}">
                <a16:creationId xmlns:a16="http://schemas.microsoft.com/office/drawing/2014/main" id="{E7786D6A-AA49-4877-A4CA-DC9802D6F303}"/>
              </a:ext>
            </a:extLst>
          </p:cNvPr>
          <p:cNvSpPr/>
          <p:nvPr/>
        </p:nvSpPr>
        <p:spPr>
          <a:xfrm>
            <a:off x="508000" y="3403600"/>
            <a:ext cx="5334000" cy="508000"/>
          </a:xfrm>
          <a:prstGeom prst="roundRect">
            <a:avLst/>
          </a:prstGeom>
          <a:solidFill>
            <a:srgbClr val="0B1D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Inter"/>
              </a:rPr>
              <a:t>Email the pilot team</a:t>
            </a:r>
          </a:p>
        </p:txBody>
      </p:sp>
      <p:sp>
        <p:nvSpPr>
          <p:cNvPr id="14" name="Rectangle: Rounded Corners 13">
            <a:hlinkClick r:id="rId6"/>
            <a:extLst>
              <a:ext uri="{FF2B5EF4-FFF2-40B4-BE49-F238E27FC236}">
                <a16:creationId xmlns:a16="http://schemas.microsoft.com/office/drawing/2014/main" id="{D66AC63D-3B26-7308-CFE0-9E02AEF6A801}"/>
              </a:ext>
            </a:extLst>
          </p:cNvPr>
          <p:cNvSpPr/>
          <p:nvPr/>
        </p:nvSpPr>
        <p:spPr>
          <a:xfrm>
            <a:off x="508000" y="4038600"/>
            <a:ext cx="5334000" cy="508000"/>
          </a:xfrm>
          <a:prstGeom prst="roundRect">
            <a:avLst/>
          </a:prstGeom>
          <a:solidFill>
            <a:srgbClr val="E6F0FA"/>
          </a:solidFill>
          <a:ln w="19050">
            <a:solidFill>
              <a:srgbClr val="0B1D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0B1D3A"/>
                </a:solidFill>
                <a:latin typeface="Inter"/>
              </a:rPr>
              <a:t>Request professional pilot access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44E68A-BE68-98EB-A308-3D5B02E07462}"/>
              </a:ext>
            </a:extLst>
          </p:cNvPr>
          <p:cNvSpPr txBox="1"/>
          <p:nvPr/>
        </p:nvSpPr>
        <p:spPr>
          <a:xfrm>
            <a:off x="508000" y="4673600"/>
            <a:ext cx="660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64748B"/>
                </a:solidFill>
                <a:latin typeface="Inter"/>
              </a:rPr>
              <a:t>No obligation. Pilot fit is reviewed before onboarding.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350</Words>
  <Application>Microsoft Office PowerPoint</Application>
  <PresentationFormat>Widescreen</PresentationFormat>
  <Paragraphs>78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Inter</vt:lpstr>
      <vt:lpstr>Playfair Display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BFM teaser 90s v5.4</dc:title>
  <dc:subject>v5.4 instructions + review trail patch</dc:subject>
  <dc:creator>Affidavit Support Network</dc:creator>
  <cp:lastModifiedBy>Evgeny Lukyanenko</cp:lastModifiedBy>
  <cp:revision>7</cp:revision>
  <dcterms:created xsi:type="dcterms:W3CDTF">2026-06-10T16:09:43Z</dcterms:created>
  <dcterms:modified xsi:type="dcterms:W3CDTF">2026-06-10T21:06:01Z</dcterms:modified>
</cp:coreProperties>
</file>