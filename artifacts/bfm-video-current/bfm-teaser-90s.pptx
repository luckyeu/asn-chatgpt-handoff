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ukoe\asn-deploy-stabilize\public\brand\backgrounds\asn-background-desktop-16x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D">
              <a:alpha val="12000"/>
            </a:srgbClr>
          </a:solidFill>
          <a:ln/>
        </p:spPr>
      </p:sp>
      <p:pic>
        <p:nvPicPr>
          <p:cNvPr id="4" name="Image 1" descr="C:\Users\lukoe\asn-deploy-stabilize\public\brand\logos\asn-logo-horizont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384048"/>
            <a:ext cx="1965960" cy="53035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02920" y="1078992"/>
            <a:ext cx="86868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2"/>
          <p:cNvSpPr/>
          <p:nvPr/>
        </p:nvSpPr>
        <p:spPr>
          <a:xfrm>
            <a:off x="502920" y="1261872"/>
            <a:ext cx="6537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B1D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Marriage support statements should not arrive as email chaos.</a:t>
            </a:r>
            <a:endParaRPr lang="en-US" sz="3800" dirty="0"/>
          </a:p>
        </p:txBody>
      </p:sp>
      <p:sp>
        <p:nvSpPr>
          <p:cNvPr id="7" name="Text 3"/>
          <p:cNvSpPr/>
          <p:nvPr/>
        </p:nvSpPr>
        <p:spPr>
          <a:xfrm>
            <a:off x="502920" y="2788920"/>
            <a:ext cx="6355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E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a firm needs more than one relationship statement, ASN structures review before signing.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 rot="300000">
            <a:off x="7909560" y="1508760"/>
            <a:ext cx="1691640" cy="214884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4D7DF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019288" y="1764792"/>
            <a:ext cx="4572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Shape 6"/>
          <p:cNvSpPr/>
          <p:nvPr/>
        </p:nvSpPr>
        <p:spPr>
          <a:xfrm>
            <a:off x="8019288" y="1965960"/>
            <a:ext cx="1417320" cy="64008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1" name="Shape 7"/>
          <p:cNvSpPr/>
          <p:nvPr/>
        </p:nvSpPr>
        <p:spPr>
          <a:xfrm>
            <a:off x="8019288" y="2130552"/>
            <a:ext cx="1143000" cy="64008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2" name="Shape 8"/>
          <p:cNvSpPr/>
          <p:nvPr/>
        </p:nvSpPr>
        <p:spPr>
          <a:xfrm rot="-180000">
            <a:off x="8549640" y="2331720"/>
            <a:ext cx="1691640" cy="214884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4D7DF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659368" y="2587752"/>
            <a:ext cx="4572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Shape 10"/>
          <p:cNvSpPr/>
          <p:nvPr/>
        </p:nvSpPr>
        <p:spPr>
          <a:xfrm>
            <a:off x="8659368" y="2788920"/>
            <a:ext cx="1417320" cy="64008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659368" y="2953512"/>
            <a:ext cx="1143000" cy="64008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6" name="Shape 12"/>
          <p:cNvSpPr/>
          <p:nvPr/>
        </p:nvSpPr>
        <p:spPr>
          <a:xfrm>
            <a:off x="9875520" y="4114800"/>
            <a:ext cx="164592" cy="16459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455664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demo · Not legal advice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64008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D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Two witnesses. Two separate statements. One review workflow.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892040" y="1965960"/>
            <a:ext cx="2240280" cy="8686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4D7D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83480" y="2075688"/>
            <a:ext cx="347472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4965192" y="2203704"/>
            <a:ext cx="2093976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Couple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case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91640" y="1783080"/>
            <a:ext cx="2057400" cy="77724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4D7D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83080" y="1892808"/>
            <a:ext cx="347472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1764792" y="2020824"/>
            <a:ext cx="191109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Witness 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path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691640" y="2880360"/>
            <a:ext cx="2057400" cy="77724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4D7D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83080" y="2990088"/>
            <a:ext cx="347472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1764792" y="3118104"/>
            <a:ext cx="191109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Witness 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path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66760" y="2148840"/>
            <a:ext cx="2423160" cy="96012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4D7D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58200" y="2258568"/>
            <a:ext cx="347472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/>
          <p:nvPr/>
        </p:nvSpPr>
        <p:spPr>
          <a:xfrm>
            <a:off x="8439912" y="2386584"/>
            <a:ext cx="227685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Attorney review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signing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94760" y="2057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F37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794760" y="3154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F37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36092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F37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60920" y="3246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F37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378440" y="3520440"/>
            <a:ext cx="164592" cy="16459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6455664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demo · Not legal advice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38912"/>
            <a:ext cx="64008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47472"/>
            <a:ext cx="11155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D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Witnesses answer relationship-focused questions.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E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 observations, not legal conclusions.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92024" y="1563624"/>
            <a:ext cx="11823192" cy="5056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7DF3"/>
            </a:solidFill>
            <a:prstDash val="solid"/>
          </a:ln>
        </p:spPr>
      </p:sp>
      <p:pic>
        <p:nvPicPr>
          <p:cNvPr id="7" name="Image 0" descr="C:\Users\lukoe\Downloads\asn-reports\artifacts\bfm-video-v41-2026-06-09-1322\_crops\03-gateway-u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600200"/>
            <a:ext cx="11750040" cy="4983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5504688"/>
            <a:ext cx="5029200" cy="457200"/>
          </a:xfrm>
          <a:prstGeom prst="roundRect">
            <a:avLst/>
          </a:prstGeom>
          <a:solidFill>
            <a:srgbClr val="E6F0FA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" y="5596128"/>
            <a:ext cx="4809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Relationship-focused witness path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65760" y="6455664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demo · Not legal advice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38912"/>
            <a:ext cx="64008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47472"/>
            <a:ext cx="11155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D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Each witness keeps a separate statement.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E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firm decides how each statement fits the evidence package.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34440" y="1874520"/>
            <a:ext cx="9738360" cy="3977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D7D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2258568"/>
            <a:ext cx="77724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2441448"/>
            <a:ext cx="8915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D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3. PERSONAL OBSERVATIONS OF THE RELATIONSHIP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737360" y="3474720"/>
            <a:ext cx="8732520" cy="54864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0" name="Shape 8"/>
          <p:cNvSpPr/>
          <p:nvPr/>
        </p:nvSpPr>
        <p:spPr>
          <a:xfrm>
            <a:off x="2286000" y="3840480"/>
            <a:ext cx="7635240" cy="530352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4023360"/>
            <a:ext cx="164592" cy="164592"/>
          </a:xfrm>
          <a:prstGeom prst="ellipse">
            <a:avLst/>
          </a:prstGeom>
          <a:solidFill>
            <a:srgbClr val="4D7DF3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3968496"/>
            <a:ext cx="7086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Relationship-focused statement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286000" y="4498848"/>
            <a:ext cx="7635240" cy="530352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4681728"/>
            <a:ext cx="164592" cy="164592"/>
          </a:xfrm>
          <a:prstGeom prst="ellipse">
            <a:avLst/>
          </a:prstGeom>
          <a:solidFill>
            <a:srgbClr val="4D7DF3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4626864"/>
            <a:ext cx="7086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 observations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86000" y="5157216"/>
            <a:ext cx="7635240" cy="530352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5340096"/>
            <a:ext cx="164592" cy="164592"/>
          </a:xfrm>
          <a:prstGeom prst="ellipse">
            <a:avLst/>
          </a:prstGeom>
          <a:solidFill>
            <a:srgbClr val="4D7DF3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5285232"/>
            <a:ext cx="7086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witness statement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5760" y="6455664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demo · Not legal advice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38912"/>
            <a:ext cx="64008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47472"/>
            <a:ext cx="11155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D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firm reviews both statements before signing.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E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queue, good-faith record, and revision reasons stay organized.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092440" y="1783080"/>
            <a:ext cx="36118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F0FA"/>
            </a:solidFill>
            <a:prstDash val="solid"/>
          </a:ln>
        </p:spPr>
      </p:sp>
      <p:pic>
        <p:nvPicPr>
          <p:cNvPr id="7" name="Image 0" descr="C:\Users\lukoe\Downloads\asn-reports\artifacts\bfm-video-v41-2026-06-09-1322\_crops\ui-proof-fa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rcRect l="0" r="0" t="0" b="0"/>
          <a:stretch/>
        </p:blipFill>
        <p:spPr>
          <a:xfrm>
            <a:off x="8183880" y="1874520"/>
            <a:ext cx="3429000" cy="3977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1783080"/>
            <a:ext cx="736092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D7DF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2075688"/>
            <a:ext cx="59436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167128"/>
            <a:ext cx="6720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D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Attorney review queue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22960" y="2532888"/>
            <a:ext cx="6720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demo · two witnesses · same couple case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3017520"/>
            <a:ext cx="6720840" cy="804672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4D7DF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312724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Clara Johnson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05840" y="3401568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E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Relationship statement · Needs review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629400" y="3273552"/>
            <a:ext cx="868680" cy="292608"/>
          </a:xfrm>
          <a:prstGeom prst="roundRect">
            <a:avLst/>
          </a:prstGeom>
          <a:solidFill>
            <a:srgbClr val="D97706"/>
          </a:solidFill>
          <a:ln/>
        </p:spPr>
      </p:sp>
      <p:sp>
        <p:nvSpPr>
          <p:cNvPr id="16" name="Text 13"/>
          <p:cNvSpPr/>
          <p:nvPr/>
        </p:nvSpPr>
        <p:spPr>
          <a:xfrm>
            <a:off x="6629400" y="3328416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22960" y="3977640"/>
            <a:ext cx="6720840" cy="804672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4D7DF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5840" y="40873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Michael Turner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05840" y="4361688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E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Relationship statement · Needs review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629400" y="4233672"/>
            <a:ext cx="868680" cy="292608"/>
          </a:xfrm>
          <a:prstGeom prst="roundRect">
            <a:avLst/>
          </a:prstGeom>
          <a:solidFill>
            <a:srgbClr val="D97706"/>
          </a:solidFill>
          <a:ln/>
        </p:spPr>
      </p:sp>
      <p:sp>
        <p:nvSpPr>
          <p:cNvPr id="21" name="Text 18"/>
          <p:cNvSpPr/>
          <p:nvPr/>
        </p:nvSpPr>
        <p:spPr>
          <a:xfrm>
            <a:off x="6629400" y="4288536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22960" y="5285232"/>
            <a:ext cx="868680" cy="347472"/>
          </a:xfrm>
          <a:prstGeom prst="roundRect">
            <a:avLst/>
          </a:prstGeom>
          <a:solidFill>
            <a:srgbClr val="4D7DF3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5358384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801368" y="5285232"/>
            <a:ext cx="1417320" cy="347472"/>
          </a:xfrm>
          <a:prstGeom prst="roundRect">
            <a:avLst/>
          </a:prstGeom>
          <a:solidFill>
            <a:srgbClr val="0B1D3A"/>
          </a:solidFill>
          <a:ln/>
        </p:spPr>
      </p:sp>
      <p:sp>
        <p:nvSpPr>
          <p:cNvPr id="25" name="Text 22"/>
          <p:cNvSpPr/>
          <p:nvPr/>
        </p:nvSpPr>
        <p:spPr>
          <a:xfrm>
            <a:off x="1801368" y="5358384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revision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328416" y="5285232"/>
            <a:ext cx="960120" cy="347472"/>
          </a:xfrm>
          <a:prstGeom prst="roundRect">
            <a:avLst/>
          </a:prstGeom>
          <a:solidFill>
            <a:srgbClr val="E6F0FA"/>
          </a:solidFill>
          <a:ln/>
        </p:spPr>
      </p:sp>
      <p:sp>
        <p:nvSpPr>
          <p:cNvPr id="27" name="Text 24"/>
          <p:cNvSpPr/>
          <p:nvPr/>
        </p:nvSpPr>
        <p:spPr>
          <a:xfrm>
            <a:off x="3328416" y="5358384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398264" y="5285232"/>
            <a:ext cx="868680" cy="347472"/>
          </a:xfrm>
          <a:prstGeom prst="roundRect">
            <a:avLst/>
          </a:prstGeom>
          <a:solidFill>
            <a:srgbClr val="16A34A"/>
          </a:solidFill>
          <a:ln/>
        </p:spPr>
      </p:sp>
      <p:sp>
        <p:nvSpPr>
          <p:cNvPr id="29" name="Text 26"/>
          <p:cNvSpPr/>
          <p:nvPr/>
        </p:nvSpPr>
        <p:spPr>
          <a:xfrm>
            <a:off x="4398264" y="5358384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02920" y="5504688"/>
            <a:ext cx="4937760" cy="457200"/>
          </a:xfrm>
          <a:prstGeom prst="roundRect">
            <a:avLst/>
          </a:prstGeom>
          <a:solidFill>
            <a:srgbClr val="E6F0FA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2648" y="5596128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Attorney review before signing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365760" y="6455664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demo · Not legal advice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ukoe\asn-deploy-stabilize\public\brand\backgrounds\asn-background-desktop-16x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D">
              <a:alpha val="14000"/>
            </a:srgbClr>
          </a:solidFill>
          <a:ln/>
        </p:spPr>
      </p:sp>
      <p:pic>
        <p:nvPicPr>
          <p:cNvPr id="4" name="Image 1" descr="C:\Users\lukoe\asn-deploy-stabilize\public\brand\logos\asn-logo-horizont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384048"/>
            <a:ext cx="1965960" cy="53035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02920" y="1078992"/>
            <a:ext cx="86868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2"/>
          <p:cNvSpPr/>
          <p:nvPr/>
        </p:nvSpPr>
        <p:spPr>
          <a:xfrm>
            <a:off x="502920" y="1261872"/>
            <a:ext cx="6537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B1D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cleaner workflow before signing.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502920" y="2606040"/>
            <a:ext cx="6355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E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ASN helps firms collect and review multiple relationship support statements for the same couple.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>
            <a:off x="502920" y="4709160"/>
            <a:ext cx="1572768" cy="530352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4D7DF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2920" y="4837176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093976" y="4800600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F37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2377440" y="4709160"/>
            <a:ext cx="1572768" cy="530352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4D7DF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377440" y="4837176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968496" y="4800600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F37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251960" y="4709160"/>
            <a:ext cx="1572768" cy="530352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4D7DF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251960" y="4837176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843016" y="4800600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F37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126480" y="4709160"/>
            <a:ext cx="1572768" cy="530352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4D7DF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126480" y="4837176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02920" y="5440680"/>
            <a:ext cx="4892040" cy="566928"/>
          </a:xfrm>
          <a:prstGeom prst="roundRect">
            <a:avLst/>
          </a:prstGeom>
          <a:solidFill>
            <a:srgbClr val="0B1D3A"/>
          </a:solidFill>
          <a:ln/>
        </p:spPr>
      </p:sp>
      <p:sp>
        <p:nvSpPr>
          <p:cNvPr id="20" name="Text 16"/>
          <p:cNvSpPr/>
          <p:nvPr/>
        </p:nvSpPr>
        <p:spPr>
          <a:xfrm>
            <a:off x="594360" y="5577840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Reply if a short walkthrough would be useful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365760" y="6455664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demo · Not legal advice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BFM teaser 90s v4.1</dc:title>
  <dc:subject>ASN brand promo v4.1 patch</dc:subject>
  <dc:creator>Affidavit Support Network</dc:creator>
  <cp:lastModifiedBy>Affidavit Support Network</cp:lastModifiedBy>
  <cp:revision>1</cp:revision>
  <dcterms:created xsi:type="dcterms:W3CDTF">2026-06-09T20:23:11Z</dcterms:created>
  <dcterms:modified xsi:type="dcterms:W3CDTF">2026-06-09T20:23:11Z</dcterms:modified>
</cp:coreProperties>
</file>