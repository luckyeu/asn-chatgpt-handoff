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koe\asn-deploy-stabilize\public\brand\backgrounds\asn-background-desktop-16x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BFD">
              <a:alpha val="12000"/>
            </a:srgbClr>
          </a:solidFill>
          <a:ln/>
        </p:spPr>
      </p:sp>
      <p:pic>
        <p:nvPicPr>
          <p:cNvPr id="4" name="Image 1" descr="C:\Users\lukoe\asn-deploy-stabilize\public\brand\logos\asn-logo-horizont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84048"/>
            <a:ext cx="1965960" cy="53035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02920" y="1078992"/>
            <a:ext cx="86868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2"/>
          <p:cNvSpPr/>
          <p:nvPr/>
        </p:nvSpPr>
        <p:spPr>
          <a:xfrm>
            <a:off x="502920" y="1261872"/>
            <a:ext cx="6537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Marriage support statements should not arrive as email chaos.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502920" y="2788920"/>
            <a:ext cx="6355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firm needs more than one relationship statement, ASN structures review before signing.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 rot="300000">
            <a:off x="7909560" y="1508760"/>
            <a:ext cx="1691640" cy="2148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4D7DF3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019288" y="1764792"/>
            <a:ext cx="45720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0" name="Shape 6"/>
          <p:cNvSpPr/>
          <p:nvPr/>
        </p:nvSpPr>
        <p:spPr>
          <a:xfrm>
            <a:off x="8019288" y="1965960"/>
            <a:ext cx="1417320" cy="64008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11" name="Shape 7"/>
          <p:cNvSpPr/>
          <p:nvPr/>
        </p:nvSpPr>
        <p:spPr>
          <a:xfrm>
            <a:off x="8019288" y="2130552"/>
            <a:ext cx="1143000" cy="64008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12" name="Shape 8"/>
          <p:cNvSpPr/>
          <p:nvPr/>
        </p:nvSpPr>
        <p:spPr>
          <a:xfrm rot="-180000">
            <a:off x="8549640" y="2331720"/>
            <a:ext cx="1691640" cy="2148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4D7DF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659368" y="2587752"/>
            <a:ext cx="45720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4" name="Shape 10"/>
          <p:cNvSpPr/>
          <p:nvPr/>
        </p:nvSpPr>
        <p:spPr>
          <a:xfrm>
            <a:off x="8659368" y="2788920"/>
            <a:ext cx="1417320" cy="64008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15" name="Shape 11"/>
          <p:cNvSpPr/>
          <p:nvPr/>
        </p:nvSpPr>
        <p:spPr>
          <a:xfrm>
            <a:off x="8659368" y="2953512"/>
            <a:ext cx="1143000" cy="64008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16" name="Shape 12"/>
          <p:cNvSpPr/>
          <p:nvPr/>
        </p:nvSpPr>
        <p:spPr>
          <a:xfrm>
            <a:off x="9875520" y="4114800"/>
            <a:ext cx="164592" cy="16459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455664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demo · Not legal advice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64008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Two witnesses. Two separate statements. One review workflow.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892040" y="1965960"/>
            <a:ext cx="2240280" cy="868680"/>
          </a:xfrm>
          <a:prstGeom prst="roundRect">
            <a:avLst/>
          </a:prstGeom>
          <a:solidFill>
            <a:srgbClr val="E6F0FA"/>
          </a:solidFill>
          <a:ln w="19050">
            <a:solidFill>
              <a:srgbClr val="4D7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83480" y="2075688"/>
            <a:ext cx="347472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4965192" y="2203704"/>
            <a:ext cx="209397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Couple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case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91640" y="1783080"/>
            <a:ext cx="2057400" cy="777240"/>
          </a:xfrm>
          <a:prstGeom prst="roundRect">
            <a:avLst/>
          </a:prstGeom>
          <a:solidFill>
            <a:srgbClr val="E6F0FA"/>
          </a:solidFill>
          <a:ln w="19050">
            <a:solidFill>
              <a:srgbClr val="4D7D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1892808"/>
            <a:ext cx="347472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9" name="Text 7"/>
          <p:cNvSpPr/>
          <p:nvPr/>
        </p:nvSpPr>
        <p:spPr>
          <a:xfrm>
            <a:off x="1764792" y="2020824"/>
            <a:ext cx="1911096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Witness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path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691640" y="2880360"/>
            <a:ext cx="2057400" cy="777240"/>
          </a:xfrm>
          <a:prstGeom prst="roundRect">
            <a:avLst/>
          </a:prstGeom>
          <a:solidFill>
            <a:srgbClr val="E6F0FA"/>
          </a:solidFill>
          <a:ln w="19050">
            <a:solidFill>
              <a:srgbClr val="4D7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83080" y="2990088"/>
            <a:ext cx="347472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2" name="Text 10"/>
          <p:cNvSpPr/>
          <p:nvPr/>
        </p:nvSpPr>
        <p:spPr>
          <a:xfrm>
            <a:off x="1764792" y="3118104"/>
            <a:ext cx="1911096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Witness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path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66760" y="2148840"/>
            <a:ext cx="2423160" cy="960120"/>
          </a:xfrm>
          <a:prstGeom prst="roundRect">
            <a:avLst/>
          </a:prstGeom>
          <a:solidFill>
            <a:srgbClr val="E6F0FA"/>
          </a:solidFill>
          <a:ln w="19050">
            <a:solidFill>
              <a:srgbClr val="4D7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58200" y="2258568"/>
            <a:ext cx="347472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8439912" y="2386584"/>
            <a:ext cx="227685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Attorney review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signing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94760" y="2057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37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794760" y="3154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37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60920" y="1965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37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60920" y="3246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37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0378440" y="3520440"/>
            <a:ext cx="164592" cy="16459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6455664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demo · Not legal advice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38912"/>
            <a:ext cx="64008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1155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Witnesses answer relationship-focused questions.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observations, not legal conclusions.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92024" y="1563624"/>
            <a:ext cx="11823192" cy="5056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7DF3"/>
            </a:solidFill>
            <a:prstDash val="solid"/>
          </a:ln>
        </p:spPr>
      </p:sp>
      <p:pic>
        <p:nvPicPr>
          <p:cNvPr id="7" name="Image 0" descr="C:\Users\lukoe\Downloads\asn-reports\artifacts\bfm-video-redesign-v4-2026-06-09-1247\_crops\03-gateway-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600200"/>
            <a:ext cx="1175004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5504688"/>
            <a:ext cx="5029200" cy="457200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5596128"/>
            <a:ext cx="4809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Relationship-focused witness path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65760" y="6455664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demo · Not legal advice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38912"/>
            <a:ext cx="64008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1155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Each witness keeps a separate statement.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firm decides how each statement fits the evidence package.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3464" y="2295144"/>
            <a:ext cx="11594592" cy="2039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7DF3"/>
            </a:solidFill>
            <a:prstDash val="solid"/>
          </a:ln>
        </p:spPr>
      </p:sp>
      <p:pic>
        <p:nvPicPr>
          <p:cNvPr id="7" name="Image 0" descr="C:\Users\lukoe\Downloads\asn-reports\artifacts\bfm-video-redesign-v4-2026-06-09-1247\_crops\04-heading-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331720"/>
            <a:ext cx="11521440" cy="1965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617720"/>
            <a:ext cx="4754880" cy="457200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4709160"/>
            <a:ext cx="4535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Relationship-focused statement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65760" y="6455664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demo · Not legal advice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38912"/>
            <a:ext cx="64008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47472"/>
            <a:ext cx="111556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firm reviews both statements before signing.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queue, good-faith record, and revision reasons in one workflow.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46304" y="1563624"/>
            <a:ext cx="11868912" cy="5056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7DF3"/>
            </a:solidFill>
            <a:prstDash val="solid"/>
          </a:ln>
        </p:spPr>
      </p:sp>
      <p:pic>
        <p:nvPicPr>
          <p:cNvPr id="7" name="Image 0" descr="C:\Users\lukoe\Downloads\asn-reports\artifacts\bfm-video-redesign-v4-2026-06-09-1247\_crops\review-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600200"/>
            <a:ext cx="1179576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5504688"/>
            <a:ext cx="4572000" cy="457200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5596128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Attorney review before signing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65760" y="6455664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demo · Not legal advice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koe\asn-deploy-stabilize\public\brand\backgrounds\asn-background-desktop-16x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BFD">
              <a:alpha val="14000"/>
            </a:srgbClr>
          </a:solidFill>
          <a:ln/>
        </p:spPr>
      </p:sp>
      <p:pic>
        <p:nvPicPr>
          <p:cNvPr id="4" name="Image 1" descr="C:\Users\lukoe\asn-deploy-stabilize\public\brand\logos\asn-logo-horizont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84048"/>
            <a:ext cx="1965960" cy="53035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02920" y="1078992"/>
            <a:ext cx="86868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2"/>
          <p:cNvSpPr/>
          <p:nvPr/>
        </p:nvSpPr>
        <p:spPr>
          <a:xfrm>
            <a:off x="502920" y="1261872"/>
            <a:ext cx="65379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cleaner workflow before signing.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>
            <a:off x="502920" y="2606040"/>
            <a:ext cx="6355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ASN helps firms collect and review multiple relationship support statements for the same couple.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502920" y="4709160"/>
            <a:ext cx="1572768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4837176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093976" y="4800600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377440" y="4709160"/>
            <a:ext cx="1572768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377440" y="4837176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968496" y="4800600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51960" y="4709160"/>
            <a:ext cx="1572768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251960" y="4837176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843016" y="4800600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26480" y="4709160"/>
            <a:ext cx="1572768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126480" y="4837176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2920" y="5440680"/>
            <a:ext cx="4892040" cy="566928"/>
          </a:xfrm>
          <a:prstGeom prst="roundRect">
            <a:avLst/>
          </a:prstGeom>
          <a:solidFill>
            <a:srgbClr val="0B1D3A"/>
          </a:solidFill>
          <a:ln/>
        </p:spPr>
      </p:sp>
      <p:sp>
        <p:nvSpPr>
          <p:cNvPr id="20" name="Text 16"/>
          <p:cNvSpPr/>
          <p:nvPr/>
        </p:nvSpPr>
        <p:spPr>
          <a:xfrm>
            <a:off x="594360" y="5577840"/>
            <a:ext cx="4709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if a short walkthrough would be useful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65760" y="6455664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demo · Not legal advice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BFM teaser 90s v4</dc:title>
  <dc:subject>ASN brand promo v4</dc:subject>
  <dc:creator>Affidavit Support Network</dc:creator>
  <cp:lastModifiedBy>Affidavit Support Network</cp:lastModifiedBy>
  <cp:revision>1</cp:revision>
  <dcterms:created xsi:type="dcterms:W3CDTF">2026-06-09T19:49:15Z</dcterms:created>
  <dcterms:modified xsi:type="dcterms:W3CDTF">2026-06-09T19:49:15Z</dcterms:modified>
</cp:coreProperties>
</file>