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koe\asn-deploy-stabilize\public\brand\backgrounds\asn-background-desktop-16x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D">
              <a:alpha val="16000"/>
            </a:srgbClr>
          </a:solidFill>
          <a:ln/>
        </p:spPr>
      </p:sp>
      <p:pic>
        <p:nvPicPr>
          <p:cNvPr id="4" name="Image 1" descr="C:\Users\lukoe\asn-deploy-stabilize\public\brand\logos\asn-logo-horizont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411480"/>
            <a:ext cx="214884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1143000"/>
            <a:ext cx="100584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2"/>
          <p:cNvSpPr/>
          <p:nvPr/>
        </p:nvSpPr>
        <p:spPr>
          <a:xfrm>
            <a:off x="502920" y="1325880"/>
            <a:ext cx="6766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Marriage support statements should not arrive as email chaos.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502920" y="27889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firm needs more than one relationship statement, ASN gives the review process a clean structure.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 rot="360000">
            <a:off x="8046720" y="1097280"/>
            <a:ext cx="1828800" cy="233172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4D7DF3">
                <a:alpha val="7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183880" y="1417320"/>
            <a:ext cx="50292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Shape 6"/>
          <p:cNvSpPr/>
          <p:nvPr/>
        </p:nvSpPr>
        <p:spPr>
          <a:xfrm>
            <a:off x="8183880" y="1600200"/>
            <a:ext cx="1417320" cy="73152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1" name="Shape 7"/>
          <p:cNvSpPr/>
          <p:nvPr/>
        </p:nvSpPr>
        <p:spPr>
          <a:xfrm>
            <a:off x="8183880" y="1783080"/>
            <a:ext cx="1234440" cy="73152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2" name="Shape 8"/>
          <p:cNvSpPr/>
          <p:nvPr/>
        </p:nvSpPr>
        <p:spPr>
          <a:xfrm rot="-240000">
            <a:off x="8686800" y="1828800"/>
            <a:ext cx="1828800" cy="233172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4D7DF3">
                <a:alpha val="7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823960" y="2148840"/>
            <a:ext cx="50292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Shape 10"/>
          <p:cNvSpPr/>
          <p:nvPr/>
        </p:nvSpPr>
        <p:spPr>
          <a:xfrm>
            <a:off x="8823960" y="2331720"/>
            <a:ext cx="1417320" cy="73152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823960" y="2514600"/>
            <a:ext cx="1234440" cy="73152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6" name="Shape 12"/>
          <p:cNvSpPr/>
          <p:nvPr/>
        </p:nvSpPr>
        <p:spPr>
          <a:xfrm rot="180000">
            <a:off x="9235440" y="2743200"/>
            <a:ext cx="1828800" cy="233172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4D7DF3">
                <a:alpha val="7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72600" y="3063240"/>
            <a:ext cx="50292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Shape 14"/>
          <p:cNvSpPr/>
          <p:nvPr/>
        </p:nvSpPr>
        <p:spPr>
          <a:xfrm>
            <a:off x="9372600" y="3246120"/>
            <a:ext cx="1417320" cy="73152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9" name="Shape 15"/>
          <p:cNvSpPr/>
          <p:nvPr/>
        </p:nvSpPr>
        <p:spPr>
          <a:xfrm>
            <a:off x="9372600" y="3429000"/>
            <a:ext cx="1234440" cy="73152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0" name="Shape 16"/>
          <p:cNvSpPr/>
          <p:nvPr/>
        </p:nvSpPr>
        <p:spPr>
          <a:xfrm>
            <a:off x="10652760" y="4617720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6858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 witnesses. Two separate statements. One review workflow.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828800" y="2148840"/>
            <a:ext cx="1965960" cy="8686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4D7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38528" y="2276856"/>
            <a:ext cx="36576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24048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Witness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path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0" y="3246120"/>
            <a:ext cx="1965960" cy="8686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4D7D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38528" y="3374136"/>
            <a:ext cx="36576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350215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Witness 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path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83480" y="2331720"/>
            <a:ext cx="2148840" cy="9601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4D7D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93208" y="2459736"/>
            <a:ext cx="36576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58775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Couple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case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0" y="2606040"/>
            <a:ext cx="2331720" cy="105156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4D7D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9328" y="2734056"/>
            <a:ext cx="36576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862072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Attorney review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signing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2331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0" y="3429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78040" y="2514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78040" y="32461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12680" y="3611880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440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statements · firm decides evidence fit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6858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Witnesses answer relationship-focused questions.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observations, not legal conclusions.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3-2026-06-09-1131\_crops\03-gatew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874520"/>
            <a:ext cx="11155680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5532120"/>
            <a:ext cx="6583680" cy="5029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5641848"/>
            <a:ext cx="6364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Gateway-B scope cards — synthetic demo screenshot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6858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Each witness keeps a separate statement.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firm decides how each statement fits the evidence package.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1247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3-2026-06-09-1131\_crops\04-hea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423160"/>
            <a:ext cx="11155680" cy="1417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160520"/>
            <a:ext cx="5303520" cy="5029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4270248"/>
            <a:ext cx="5084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Heading only — body redacted in demo asset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6858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firm reviews both statements before signing.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Tasks, review pages, revision reasons, and timeline stay organized.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11612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3-2026-06-09-1131\_crops\collage-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874520"/>
            <a:ext cx="11521440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5532120"/>
            <a:ext cx="5029200" cy="5029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5641848"/>
            <a:ext cx="4809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before signing — demo data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koe\asn-deploy-stabilize\public\brand\backgrounds\asn-background-desktop-16x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D">
              <a:alpha val="22000"/>
            </a:srgbClr>
          </a:solidFill>
          <a:ln/>
        </p:spPr>
      </p:sp>
      <p:pic>
        <p:nvPicPr>
          <p:cNvPr id="4" name="Image 1" descr="C:\Users\lukoe\asn-deploy-stabilize\public\brand\logos\asn-logo-horizont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411480"/>
            <a:ext cx="214884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1143000"/>
            <a:ext cx="100584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2"/>
          <p:cNvSpPr/>
          <p:nvPr/>
        </p:nvSpPr>
        <p:spPr>
          <a:xfrm>
            <a:off x="502920" y="1417320"/>
            <a:ext cx="6766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cleaner workflow before signing.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502920" y="288036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ASN helps firms collect and review multiple relationship support statements for the same couple.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02920" y="4892040"/>
            <a:ext cx="1600200" cy="566928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503834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130552" y="500176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377440" y="4892040"/>
            <a:ext cx="1600200" cy="566928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377440" y="503834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005072" y="500176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251960" y="4892040"/>
            <a:ext cx="1600200" cy="566928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251960" y="503834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879592" y="500176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126480" y="4892040"/>
            <a:ext cx="1600200" cy="566928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26480" y="503834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02920" y="5623560"/>
            <a:ext cx="4389120" cy="530352"/>
          </a:xfrm>
          <a:prstGeom prst="roundRect">
            <a:avLst/>
          </a:prstGeom>
          <a:solidFill>
            <a:srgbClr val="0B1D3A"/>
          </a:solidFill>
          <a:ln/>
        </p:spPr>
      </p:sp>
      <p:sp>
        <p:nvSpPr>
          <p:cNvPr id="20" name="Text 16"/>
          <p:cNvSpPr/>
          <p:nvPr/>
        </p:nvSpPr>
        <p:spPr>
          <a:xfrm>
            <a:off x="594360" y="57424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if a short walkthrough would be useful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BFM teaser 90s v3</dc:title>
  <dc:subject>ASN Brandbook v2 — attorney teaser</dc:subject>
  <dc:creator>Affidavit Support Network</dc:creator>
  <cp:lastModifiedBy>Affidavit Support Network</cp:lastModifiedBy>
  <cp:revision>1</cp:revision>
  <dcterms:created xsi:type="dcterms:W3CDTF">2026-06-09T18:32:46Z</dcterms:created>
  <dcterms:modified xsi:type="dcterms:W3CDTF">2026-06-09T18:32:46Z</dcterms:modified>
</cp:coreProperties>
</file>